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Adding a Shiny App to the
CRI Biocore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CC"/>
                </a:solidFill>
              </a:rPr>
              <a:t>A step-by-step guide  ·  Git  →  Claude Code  →  GitHub Actions  →  ShinyProxy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</a:rPr>
              <a:t>CRI Bioinformatics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Big Picture</a:t>
            </a:r>
          </a:p>
          <a:p>
            <a:pPr algn="l"/>
            <a:r>
              <a:rPr sz="1500">
                <a:solidFill>
                  <a:srgbClr val="FFCCCC"/>
                </a:solidFill>
              </a:rPr>
              <a:t>End-to-end workflow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" y="2560320"/>
            <a:ext cx="1828800" cy="16459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Your R
App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(local)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259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8356" y="2560320"/>
            <a:ext cx="1828800" cy="1645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835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835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GitHub
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835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(PR)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431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0076" y="2560320"/>
            <a:ext cx="182880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007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007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GitHub
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007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(auto)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603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1796" y="2560320"/>
            <a:ext cx="1828800" cy="1645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179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179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ShinyProxy
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179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(deploy)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7756" y="3063240"/>
            <a:ext cx="365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43516" y="2560320"/>
            <a:ext cx="1828800" cy="1645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3516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3516" y="30632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Live App
in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3516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EEEE"/>
                </a:solidFill>
              </a:rPr>
              <a:t>(done!)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88888"/>
                </a:solidFill>
              </a:rPr>
              <a:t>You write R code.  Claude + GitHub Actions handle everything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You Need 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▸  Your Shiny app files  (app.R  or  server.R + ui.R)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▸  A GitHub account with access to the CRI Biocore Apps repo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▸  Claude Code CLI installed  →  npm install -g @anthropic-ai/claude-code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▸  No Docker knowledge required — Claude generates the Dockerfile for you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333333"/>
                </a:solidFill>
              </a:rPr>
              <a:t>▸  No manual YAML editing — Claude adds every config entry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1 — Clone the Repo &amp; Add Your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1. Clone the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30352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E6A3"/>
                </a:solidFill>
                <a:latin typeface="Courier New"/>
              </a:rPr>
              <a:t>git clone https://github.com/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  zhongyuli2026/CRI_biocore_apps.git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cd CRI_biocore_apps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2. Drop your app folder inside  apps/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Folder name uses hyphens  (e.g.  030-basic-datatable)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Put all .R files in that folder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No Dockerfile needed yet — Claude writes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9377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8E6A3"/>
                </a:solidFill>
                <a:latin typeface="Courier New"/>
              </a:rPr>
              <a:t>CRI_biocore_apps/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├── apps/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├── DEApp-master/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├── scvizapp/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└── 030-basic-datatable/   ← your app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    ├── server.R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    └── ui.R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├── shinyproxy/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├── application.yml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│   └── application-public.yml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└── .github/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    └── workflows/</a:t>
            </a:r>
          </a:p>
          <a:p>
            <a:r>
              <a:rPr sz="1400">
                <a:solidFill>
                  <a:srgbClr val="A8E6A3"/>
                </a:solidFill>
                <a:latin typeface="Courier New"/>
              </a:rPr>
              <a:t>        └── deploy.yml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2 — Run the Claude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</a:rPr>
              <a:t>Open Claude Code in the repo folder and run: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02920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A8E6A3"/>
                </a:solidFill>
                <a:latin typeface="Courier New"/>
              </a:rPr>
              <a:t>claude</a:t>
            </a:r>
          </a:p>
          <a:p>
            <a:r>
              <a:rPr sz="2200">
                <a:solidFill>
                  <a:srgbClr val="A8E6A3"/>
                </a:solidFill>
                <a:latin typeface="Courier New"/>
              </a:rPr>
              <a:t>/add-shiny-app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00000"/>
                </a:solidFill>
              </a:rPr>
              <a:t>Claude will interactively ask you: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App name?  (becomes the folder name, image name, and app ID)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Public or private?  (controls which config file it's registered in)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Display name for the dashboard?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333333"/>
                </a:solidFill>
              </a:rPr>
              <a:t>❓  Confirm the R packages it detected?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Claude Generates — Automatically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37160" cy="15087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apps/your-app/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7830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Packages your R app + all dependencies into a Docker container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4300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37160" cy="15087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application-public.yml
(or application.yml)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shinyproxy/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747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Registers your app on the server with display name, description, and image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11430000" cy="1508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800600"/>
            <a:ext cx="137160" cy="15087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deploy.yml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.github/workflows/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1663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Tells GitHub Actions to build the image and pull it to the server on every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8"/>
                </a:solidFill>
              </a:rPr>
              <a:t>Claude scans your library() calls, resolves system dependencies, and fills in all names consistently.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 Closer Look — The Dockerfile</a:t>
            </a:r>
          </a:p>
          <a:p>
            <a:pPr algn="l"/>
            <a:r>
              <a:rPr sz="1500">
                <a:solidFill>
                  <a:srgbClr val="FFCCCC"/>
                </a:solidFill>
              </a:rPr>
              <a:t>Think of it as a recipe for your app's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Claude auto-detects your R packages and writes this for you: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7132320" cy="3931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6766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E6A3"/>
                </a:solidFill>
                <a:latin typeface="Courier New"/>
              </a:rPr>
              <a:t>FROM rocker/shiny:4.4.2          # Start with R + Shiny pre-installed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# Install R packages detected from your library() calls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RUN R -e "install.packages(c('ggplot2', 'DT'))"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# Copy your app files into the container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RUN rm -rf /srv/shiny-server/*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COPY . /srv/shiny-server/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EXPOSE 3838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CMD ["/usr/bin/shiny-server"]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874519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92023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Base image: R 4.4.2
+ Shiny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69748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2743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Packages auto-
detected by Claude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420624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42519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App files copied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498348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50292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4513"/>
                </a:solidFill>
              </a:rPr>
              <a:t>Standard Shiny 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3 — Commit and Open a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</a:rPr>
              <a:t>Create a branch, commit all changes, and push: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66928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A8E6A3"/>
                </a:solidFill>
                <a:latin typeface="Courier New"/>
              </a:rPr>
              <a:t>git checkout -b yourname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git add apps/your-app/Dockerfile \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        shinyproxy/application-public.yml \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        .github/workflows/deploy.yml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git commit -m "add 030-basic-datatable"</a:t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A8E6A3"/>
                </a:solidFill>
                <a:latin typeface="Courier New"/>
              </a:rPr>
              <a:t>git push origin yourname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Then on GitHub: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Open a Pull Request targeting main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Get it reviewed and approved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333333"/>
                </a:solidFill>
              </a:rPr>
              <a:t>▸  Merge the PR  →  deployment starts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4572000"/>
            <a:ext cx="5212080" cy="1188720"/>
          </a:xfrm>
          <a:prstGeom prst="rect">
            <a:avLst/>
          </a:prstGeom>
          <a:solidFill>
            <a:srgbClr val="FFF0F0"/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4663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00000"/>
                </a:solidFill>
              </a:rPr>
              <a:t>⚠   Never push directly to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50749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Pushing to main triggers an immediate
production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is GitHub Actions?</a:t>
            </a:r>
          </a:p>
          <a:p>
            <a:pPr algn="l"/>
            <a:r>
              <a:rPr sz="1500">
                <a:solidFill>
                  <a:srgbClr val="FFCCCC"/>
                </a:solidFill>
              </a:rPr>
              <a:t>A built-in automation engine inside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The short version: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33333"/>
                </a:solidFill>
              </a:rPr>
              <a:t>GitHub Actions is a robot that watches your
repository and automatically runs tasks
whenever something happens — like a PR merge.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Key concepts: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Workflow — a script written in YAML that defines the tasks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Trigger — the event that starts the workflow (e.g. push to main)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Runner — a machine (cloud or self-hosted) that executes the steps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Step — one command or action inside the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00000"/>
                </a:solidFill>
              </a:rPr>
              <a:t>Our deploy.yml in plain English: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539496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A8E6A3"/>
                </a:solidFill>
                <a:latin typeface="Courier New"/>
              </a:rPr>
              <a:t>on: push to main branch</a:t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>jobs:</a:t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>  build:</a:t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>    - Check out the code</a:t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>    - Build Docker image</a:t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>    - Push image to GHCR</a:t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>  deploy:</a:t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>    - SSH into production server</a:t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>    - Pull new Docker image</a:t>
            </a:r>
          </a:p>
          <a:p>
            <a:r>
              <a:rPr sz="1600">
                <a:solidFill>
                  <a:srgbClr val="A8E6A3"/>
                </a:solidFill>
                <a:latin typeface="Courier New"/>
              </a:rPr>
              <a:t>    - Restart ShinyProxy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8888"/>
                </a:solidFill>
              </a:rPr>
              <a:t>The workflow file lives at  .github/workflows/deploy.yml  and is managed by Claude.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Step 4 — GitHub Actions Takes Over (Automatically)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888888"/>
                </a:solidFill>
              </a:rPr>
              <a:t>Triggered by: merging the PR into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Check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Downloads the latest code from the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16352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1635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1635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Build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163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Builds a Docker image from your Dockerfile on GitHub's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12464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1246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1246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Push to GHCR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712464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Pushes the image to GitHub Container Registry (ghcr.io)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79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08576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0857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08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SSH to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608576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Connects to the production server via a self-hosted runner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7550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04688"/>
            <a:ext cx="502920" cy="59436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50468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0468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00000"/>
                </a:solidFill>
              </a:rPr>
              <a:t>Pull &amp; restart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50468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Pulls the new image and restarts ShinyProxy — app is live!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00000"/>
                </a:solidFill>
              </a:rPr>
              <a:t>Your only job: merge the PR.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is ShinyProxy?</a:t>
            </a:r>
          </a:p>
          <a:p>
            <a:pPr algn="l"/>
            <a:r>
              <a:rPr sz="1500">
                <a:solidFill>
                  <a:srgbClr val="FFCCCC"/>
                </a:solidFill>
              </a:rPr>
              <a:t>The platform that serves Shiny apps to multiple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The problem it solves: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3333"/>
                </a:solidFill>
              </a:rPr>
              <a:t>A basic Shiny Server shares one R process
among all users — they interfere with each other.
ShinyProxy gives every user their own
isolated container.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00000"/>
                </a:solidFill>
              </a:rPr>
              <a:t>What ShinyProxy does: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Reads application.yml to know which apps to serve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Handles user login (CNet / LDAP authentication)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Spins up a fresh Docker container per user session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Stops the container when the user closes the app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Supports public (no login) and private apps side by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00000"/>
                </a:solidFill>
              </a:rPr>
              <a:t>Basic Shiny Server  vs  ShinyProxy: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828800"/>
          <a:ext cx="5394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Shiny Server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ShinyProxy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User isolation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❌ Shared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✅ Per container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✅ LDAP / CNet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✅ Docker-based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config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application.yml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Used by CRI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✅ 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ShinyProxy Serves Your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2560320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User
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743200"/>
            <a:ext cx="2560320" cy="11887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926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ShinyProxy
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 A
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29184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4747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 B
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75488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937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App C
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0632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1488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6118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0749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069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</a:rPr>
              <a:t>reads application.yml
to know which apps exist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Each user gets their own isolated Docker container session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Container starts when user opens the app, stops when they close it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333333"/>
                </a:solidFill>
              </a:rPr>
              <a:t>▸  Public apps: no login  ·  Private apps: CNet (LDAP) authentication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Your App Is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Accessible at the CRI Biocore Apps dashboard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Public apps: open to anyone · Private apps: CNet login required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Thumbnail and description shown on the landing page</a:t>
            </a:r>
          </a:p>
          <a:p>
            <a:pPr>
              <a:spcBef>
                <a:spcPts val="400"/>
              </a:spcBef>
            </a:pPr>
            <a:r>
              <a:rPr sz="2400">
                <a:solidFill>
                  <a:srgbClr val="FFFFFF"/>
                </a:solidFill>
              </a:rPr>
              <a:t>▸  Automatically rebuilt and redeployed on every future PR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Need to update your app?  Just edit the code, open a new PR, and merge.
Everything else is automatic.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Summary — The 4-Step Workflow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Who Does It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8000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Clone repo and drop your app files into apps/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~1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Run  /add-shiny-app  in Claude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Claude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~3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Commit, push, open a Pull Request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You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~1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Merge PR → build →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</a:rPr>
                        <a:t>~5 min 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00000"/>
                </a:solidFill>
              </a:rPr>
              <a:t>Total hands-on effort:  ~5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Questions?  Contact the CRI Bioinformatics Core  ·  cri.uchicago.edu/bioinformatics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